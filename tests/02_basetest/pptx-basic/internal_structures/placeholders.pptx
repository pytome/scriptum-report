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5143500" type="screen16x9"/>
  <p:notesSz cx="6805613" cy="9944100"/>
  <p:defaultTextStyle>
    <a:defPPr>
      <a:defRPr lang="en-US"/>
    </a:defPPr>
    <a:lvl1pPr marL="0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1">
          <p15:clr>
            <a:srgbClr val="A4A3A4"/>
          </p15:clr>
        </p15:guide>
        <p15:guide id="2" orient="horz" pos="2783">
          <p15:clr>
            <a:srgbClr val="A4A3A4"/>
          </p15:clr>
        </p15:guide>
        <p15:guide id="3" pos="53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5F5F5"/>
    <a:srgbClr val="FAFAFA"/>
    <a:srgbClr val="E6E6E6"/>
    <a:srgbClr val="C8C8C8"/>
    <a:srgbClr val="B4B4B4"/>
    <a:srgbClr val="A0A0A0"/>
    <a:srgbClr val="8C8C8C"/>
    <a:srgbClr val="787878"/>
    <a:srgbClr val="64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1" autoAdjust="0"/>
    <p:restoredTop sz="83148" autoAdjust="0"/>
  </p:normalViewPr>
  <p:slideViewPr>
    <p:cSldViewPr snapToGrid="0">
      <p:cViewPr varScale="1">
        <p:scale>
          <a:sx n="119" d="100"/>
          <a:sy n="119" d="100"/>
        </p:scale>
        <p:origin x="1422" y="84"/>
      </p:cViewPr>
      <p:guideLst>
        <p:guide orient="horz" pos="771"/>
        <p:guide orient="horz" pos="2783"/>
        <p:guide pos="5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-3042" y="-132"/>
      </p:cViewPr>
      <p:guideLst>
        <p:guide orient="horz" pos="3132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D4DA60F-0BB5-4A3D-B6FA-FDF2FC2558E5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44425933-59C9-4582-A8D9-570D66460C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2262F3B-5CC7-4D5E-B602-F5E0CB55D9B3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2781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64" tIns="47032" rIns="94064" bIns="4703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9"/>
            <a:ext cx="5444490" cy="4474845"/>
          </a:xfrm>
          <a:prstGeom prst="rect">
            <a:avLst/>
          </a:prstGeom>
        </p:spPr>
        <p:txBody>
          <a:bodyPr vert="horz" lIns="94064" tIns="47032" rIns="94064" bIns="4703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830233AA-EDD9-4D1C-B66A-95A21E602A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9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082" y="1975322"/>
            <a:ext cx="1661311" cy="259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/>
          <p:cNvSpPr>
            <a:spLocks noGrp="1"/>
          </p:cNvSpPr>
          <p:nvPr>
            <p:ph type="title" hasCustomPrompt="1"/>
          </p:nvPr>
        </p:nvSpPr>
        <p:spPr>
          <a:xfrm>
            <a:off x="583053" y="318628"/>
            <a:ext cx="2311451" cy="456386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algn="l">
              <a:defRPr lang="en-US" sz="3200" b="0" i="0" kern="1200" spc="0" baseline="0" noProof="0" dirty="0" smtClean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&lt;title/&gt;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3053" y="801022"/>
            <a:ext cx="1009959" cy="27304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&lt;revision/&gt;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2999758" y="325336"/>
            <a:ext cx="3197111" cy="2576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image:main_model</a:t>
            </a:r>
            <a:r>
              <a:rPr lang="de-DE" dirty="0"/>
              <a:t>/&gt;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049B-D739-4720-8046-01F39E2DCCD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3053" y="1143315"/>
            <a:ext cx="2158132" cy="849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&lt;general/&gt;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C8AFBAEA-985B-476A-8AB8-75BB05AB901A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582613" y="2052639"/>
            <a:ext cx="2159000" cy="849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chart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4C337ECE-F23C-48D6-9A1E-AA4B5AEC1B08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82613" y="2960688"/>
            <a:ext cx="3252787" cy="1152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table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16" name="SmartArt Placeholder 15">
            <a:extLst>
              <a:ext uri="{FF2B5EF4-FFF2-40B4-BE49-F238E27FC236}">
                <a16:creationId xmlns:a16="http://schemas.microsoft.com/office/drawing/2014/main" id="{239A0292-ABC5-45DA-92F0-3C7C60F1471A}"/>
              </a:ext>
            </a:extLst>
          </p:cNvPr>
          <p:cNvSpPr>
            <a:spLocks noGrp="1"/>
          </p:cNvSpPr>
          <p:nvPr>
            <p:ph type="dgm" sz="quarter" idx="18" hasCustomPrompt="1"/>
          </p:nvPr>
        </p:nvSpPr>
        <p:spPr>
          <a:xfrm>
            <a:off x="5778500" y="3467100"/>
            <a:ext cx="1570038" cy="1538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smartart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18" name="Media Placeholder 17">
            <a:extLst>
              <a:ext uri="{FF2B5EF4-FFF2-40B4-BE49-F238E27FC236}">
                <a16:creationId xmlns:a16="http://schemas.microsoft.com/office/drawing/2014/main" id="{06D4891F-4E98-4973-9A7A-B7FDEF590ECA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4129088" y="3467100"/>
            <a:ext cx="1514475" cy="1538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media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20" name="Online Image Placeholder 19">
            <a:extLst>
              <a:ext uri="{FF2B5EF4-FFF2-40B4-BE49-F238E27FC236}">
                <a16:creationId xmlns:a16="http://schemas.microsoft.com/office/drawing/2014/main" id="{A42573B0-9B69-44E9-AA4F-14B64D47B5ED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6348413" y="325438"/>
            <a:ext cx="2468562" cy="2108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image:online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54A27-A541-49A6-A047-6957CEE059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2613" y="4197350"/>
            <a:ext cx="3200400" cy="755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anotherText</a:t>
            </a:r>
            <a:r>
              <a:rPr lang="en-US" dirty="0"/>
              <a:t>/&gt;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2BFD26-0338-4726-ABA2-21897ADC505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4F9A2C22-06B4-44A2-B0ED-5EF70945F3E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3C973-B599-4CA6-BCBE-7F3A8DE1418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80AC5-3DC1-45B5-9A22-83526CF9E1D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FC7B950-5F4F-4922-AA72-4DB7926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2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310552"/>
            <a:ext cx="8280000" cy="424419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070C8A40-B7C7-469F-8029-163852F9DF71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9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5B7F95"/>
            </a:gs>
            <a:gs pos="50000">
              <a:schemeClr val="bg1"/>
            </a:gs>
            <a:gs pos="100000">
              <a:srgbClr val="5B7F95"/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16200000">
            <a:off x="-2430000" y="2488561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 Narrow" pitchFamily="34" charset="0"/>
                <a:cs typeface="Arial" pitchFamily="34" charset="0"/>
              </a:rPr>
              <a:t>LOL</a:t>
            </a:r>
            <a:r>
              <a:rPr lang="en-US" sz="600" b="1" i="0" cap="none" spc="0" baseline="0" dirty="0">
                <a:ln>
                  <a:noFill/>
                </a:ln>
                <a:solidFill>
                  <a:srgbClr val="00B2A9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© LOL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Information | ref.: </a:t>
            </a:r>
            <a:r>
              <a:rPr lang="en-US" sz="600" b="0" cap="none" spc="0" dirty="0" err="1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Customer_Document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 err="1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vX.XX</a:t>
            </a:r>
            <a:endParaRPr lang="en-US" sz="600" b="0" cap="none" spc="0" dirty="0">
              <a:ln>
                <a:noFill/>
              </a:ln>
              <a:solidFill>
                <a:srgbClr val="005386"/>
              </a:solidFill>
              <a:effectLst/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365AD-6776-47B2-8A4B-348AB0C8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DA7ED-92C6-4A97-8730-880660401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0B06-A21F-49EB-8CE3-48594F9F8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A2C22-06B4-44A2-B0ED-5EF70945F3E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DD48-5457-4007-9D35-8E1219205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9EBDB-8621-493D-B2C8-F7EEF3E61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7B950-5F4F-4922-AA72-4DB7926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8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7" r:id="rId2"/>
  </p:sldLayoutIdLst>
  <p:txStyles>
    <p:titleStyle>
      <a:lvl1pPr algn="l" defTabSz="879152" rtl="0" eaLnBrk="1" latinLnBrk="0" hangingPunct="1">
        <a:spcBef>
          <a:spcPct val="0"/>
        </a:spcBef>
        <a:buNone/>
        <a:defRPr lang="en-US" sz="3200" b="0" i="0" kern="1200" spc="0" baseline="0" noProof="0" dirty="0">
          <a:solidFill>
            <a:schemeClr val="tx1"/>
          </a:solidFill>
          <a:effectLst/>
          <a:latin typeface="+mj-lt"/>
          <a:ea typeface="+mj-ea"/>
          <a:cs typeface="3ds Condensed"/>
        </a:defRPr>
      </a:lvl1pPr>
    </p:titleStyle>
    <p:bodyStyle>
      <a:lvl1pPr marL="228600" indent="-228600" algn="l" defTabSz="879152" rtl="0" eaLnBrk="1" latinLnBrk="0" hangingPunct="1">
        <a:lnSpc>
          <a:spcPct val="100000"/>
        </a:lnSpc>
        <a:spcBef>
          <a:spcPts val="800"/>
        </a:spcBef>
        <a:buClr>
          <a:schemeClr val="tx1"/>
        </a:buClr>
        <a:buSzPct val="80000"/>
        <a:buFont typeface="Wingdings 3" panose="05040102010807070707" pitchFamily="18" charset="2"/>
        <a:buChar char="u"/>
        <a:defRPr sz="2000" b="0" i="0" kern="900" spc="0">
          <a:solidFill>
            <a:schemeClr val="tx1"/>
          </a:solidFill>
          <a:latin typeface="+mn-lt"/>
          <a:ea typeface="+mn-ea"/>
          <a:cs typeface="3ds Light"/>
        </a:defRPr>
      </a:lvl1pPr>
      <a:lvl2pPr marL="400050" marR="0" indent="-176213" algn="l" defTabSz="87915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75000"/>
        <a:buFont typeface="Wingdings 3" panose="05040102010807070707" pitchFamily="18" charset="2"/>
        <a:buChar char="w"/>
        <a:tabLst/>
        <a:defRPr sz="1800" b="0" i="0" kern="900" spc="0" baseline="0">
          <a:solidFill>
            <a:schemeClr val="tx1"/>
          </a:solidFill>
          <a:latin typeface="+mn-lt"/>
          <a:ea typeface="+mn-ea"/>
          <a:cs typeface="3ds Light"/>
        </a:defRPr>
      </a:lvl2pPr>
      <a:lvl3pPr marL="628650" marR="0" indent="-158750" algn="l" defTabSz="879152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SzPct val="60000"/>
        <a:buFont typeface="Wingdings 3" panose="05040102010807070707" pitchFamily="18" charset="2"/>
        <a:buChar char="u"/>
        <a:tabLst/>
        <a:defRPr sz="1600" b="0" i="0" kern="900" spc="0">
          <a:solidFill>
            <a:schemeClr val="tx1"/>
          </a:solidFill>
          <a:latin typeface="+mn-lt"/>
          <a:ea typeface="+mn-ea"/>
          <a:cs typeface="3ds Light"/>
        </a:defRPr>
      </a:lvl3pPr>
      <a:lvl4pPr marL="857250" indent="-179388" algn="l" defTabSz="879152" rtl="0" eaLnBrk="1" latinLnBrk="0" hangingPunct="1">
        <a:lnSpc>
          <a:spcPct val="100000"/>
        </a:lnSpc>
        <a:spcBef>
          <a:spcPts val="400"/>
        </a:spcBef>
        <a:buClr>
          <a:schemeClr val="tx1"/>
        </a:buClr>
        <a:buSzPct val="60000"/>
        <a:buFont typeface="Wingdings 3" panose="05040102010807070707" pitchFamily="18" charset="2"/>
        <a:buChar char="w"/>
        <a:defRPr sz="1400" b="0" i="0" kern="900" spc="-70">
          <a:solidFill>
            <a:schemeClr val="tx1"/>
          </a:solidFill>
          <a:latin typeface="+mn-lt"/>
          <a:ea typeface="+mn-ea"/>
          <a:cs typeface="3ds Light"/>
        </a:defRPr>
      </a:lvl4pPr>
      <a:lvl5pPr marL="914400" indent="0" algn="l" defTabSz="1028700" rtl="0" eaLnBrk="1" latinLnBrk="0" hangingPunct="1">
        <a:lnSpc>
          <a:spcPct val="100000"/>
        </a:lnSpc>
        <a:spcBef>
          <a:spcPts val="300"/>
        </a:spcBef>
        <a:buFont typeface="Arial"/>
        <a:buNone/>
        <a:defRPr sz="1200" b="0" i="0" kern="1200" baseline="0">
          <a:solidFill>
            <a:schemeClr val="tx1"/>
          </a:solidFill>
          <a:latin typeface="+mn-lt"/>
          <a:ea typeface="+mn-ea"/>
          <a:cs typeface="3ds Light"/>
        </a:defRPr>
      </a:lvl5pPr>
      <a:lvl6pPr marL="2417668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57243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96819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36395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9576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9152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18728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8303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97879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37455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77031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16607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453">
          <p15:clr>
            <a:srgbClr val="F26B43"/>
          </p15:clr>
        </p15:guide>
        <p15:guide id="4" pos="5451">
          <p15:clr>
            <a:srgbClr val="F26B43"/>
          </p15:clr>
        </p15:guide>
        <p15:guide id="5" orient="horz" pos="226">
          <p15:clr>
            <a:srgbClr val="F26B43"/>
          </p15:clr>
        </p15:guide>
        <p15:guide id="6" orient="horz" pos="28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80227" y="1966806"/>
            <a:ext cx="6728604" cy="1319879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This presentation is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automatically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 –</a:t>
            </a: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created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using Python and a generic template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noProof="0" dirty="0">
                <a:latin typeface="Calibri" panose="020F0502020204030204" pitchFamily="34" charset="0"/>
                <a:cs typeface="Arial" pitchFamily="34" charset="0"/>
              </a:rPr>
              <a:t>Once you opened and checked the result you can delete 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i="1" dirty="0">
                <a:latin typeface="Calibri" panose="020F0502020204030204" pitchFamily="34" charset="0"/>
                <a:cs typeface="Arial" pitchFamily="34" charset="0"/>
              </a:rPr>
              <a:t>t</a:t>
            </a:r>
            <a:r>
              <a:rPr kumimoji="0" lang="en-US" sz="2000" b="1" i="1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his</a:t>
            </a:r>
            <a:r>
              <a:rPr kumimoji="0" lang="en-US" sz="2000" b="1" i="1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 slide</a:t>
            </a:r>
            <a:endParaRPr kumimoji="0" lang="en-US" sz="2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4557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er">
  <a:themeElements>
    <a:clrScheme name="3DS">
      <a:dk1>
        <a:srgbClr val="005386"/>
      </a:dk1>
      <a:lt1>
        <a:srgbClr val="FFFFFF"/>
      </a:lt1>
      <a:dk2>
        <a:srgbClr val="001871"/>
      </a:dk2>
      <a:lt2>
        <a:srgbClr val="DA291C"/>
      </a:lt2>
      <a:accent1>
        <a:srgbClr val="0B3F77"/>
      </a:accent1>
      <a:accent2>
        <a:srgbClr val="00B2A9"/>
      </a:accent2>
      <a:accent3>
        <a:srgbClr val="E1CD00"/>
      </a:accent3>
      <a:accent4>
        <a:srgbClr val="E87722"/>
      </a:accent4>
      <a:accent5>
        <a:srgbClr val="84BD00"/>
      </a:accent5>
      <a:accent6>
        <a:srgbClr val="0077C8"/>
      </a:accent6>
      <a:hlink>
        <a:srgbClr val="0000FF"/>
      </a:hlink>
      <a:folHlink>
        <a:srgbClr val="800080"/>
      </a:folHlink>
    </a:clrScheme>
    <a:fontScheme name="3DS PPT template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none" lIns="36000" tIns="43957" rIns="87916" bIns="43957" rtlCol="0" anchor="ctr">
        <a:spAutoFit/>
      </a:bodyPr>
      <a:lstStyle>
        <a:defPPr marL="0" marR="0" indent="0" algn="l" defTabSz="879152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 pitchFamily="34" charset="0"/>
            <a:ea typeface="+mn-ea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3DS_PPTX_Corp + Brand_Template_06_2015.pptx" id="{F2600C52-DB9A-4C10-AE98-F52812B72B4A}" vid="{D11FAF20-BC75-4E22-9A83-6DE1A8E85A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simulia</Template>
  <TotalTime>0</TotalTime>
  <Words>26</Words>
  <Application>Microsoft Office PowerPoint</Application>
  <PresentationFormat>On-screen Show (16:9)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Wingdings 3</vt:lpstr>
      <vt:lpstr>Customer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Scriptum</dc:creator>
  <cp:lastModifiedBy>EMMEL Thomas</cp:lastModifiedBy>
  <cp:revision>168</cp:revision>
  <cp:lastPrinted>2013-06-27T08:50:33Z</cp:lastPrinted>
  <dcterms:created xsi:type="dcterms:W3CDTF">2019-04-16T13:11:35Z</dcterms:created>
  <dcterms:modified xsi:type="dcterms:W3CDTF">2025-10-07T09:12:03Z</dcterms:modified>
</cp:coreProperties>
</file>