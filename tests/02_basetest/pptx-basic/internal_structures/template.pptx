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  <p:sldMasterId id="2147483881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086"/>
    <a:srgbClr val="003399"/>
    <a:srgbClr val="99FF66"/>
    <a:srgbClr val="F0F0F0"/>
    <a:srgbClr val="F5F5F5"/>
    <a:srgbClr val="FAFAFA"/>
    <a:srgbClr val="E6E6E6"/>
    <a:srgbClr val="C8C8C8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1" autoAdjust="0"/>
    <p:restoredTop sz="83148" autoAdjust="0"/>
  </p:normalViewPr>
  <p:slideViewPr>
    <p:cSldViewPr snapToGrid="0">
      <p:cViewPr varScale="1">
        <p:scale>
          <a:sx n="119" d="100"/>
          <a:sy n="119" d="100"/>
        </p:scale>
        <p:origin x="1074" y="8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20" y="1297913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923840"/>
            <a:ext cx="4752528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83053" y="1938198"/>
            <a:ext cx="5622216" cy="43180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583053" y="4540399"/>
            <a:ext cx="4796955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&lt;created/&gt;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1406234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261451" y="1473693"/>
            <a:ext cx="3299146" cy="28763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&lt;image:main_model/&gt;</a:t>
            </a:r>
          </a:p>
        </p:txBody>
      </p:sp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647456" y="1131670"/>
            <a:ext cx="7924119" cy="360000"/>
          </a:xfrm>
          <a:prstGeom prst="rect">
            <a:avLst/>
          </a:prstGeom>
          <a:solidFill>
            <a:schemeClr val="tx1"/>
          </a:solidFill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item:highlight</a:t>
            </a:r>
            <a:r>
              <a:rPr lang="en-US" noProof="0" dirty="0"/>
              <a:t>/&gt;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661103" y="1668708"/>
            <a:ext cx="7924119" cy="360000"/>
          </a:xfrm>
          <a:prstGeom prst="rect">
            <a:avLst/>
          </a:prstGeo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item:other</a:t>
            </a:r>
            <a:r>
              <a:rPr lang="en-US" noProof="0" dirty="0"/>
              <a:t>/&gt;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64980" y="361747"/>
            <a:ext cx="7920880" cy="59288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pic>
        <p:nvPicPr>
          <p:cNvPr id="11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5B015D5-34A9-4CE1-B5A1-D0934E0DC50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0" y="868930"/>
            <a:ext cx="7272808" cy="64807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3200" baseline="0"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/>
            </a:lvl2pPr>
            <a:lvl3pPr>
              <a:buFont typeface="Arial" pitchFamily="34" charset="0"/>
              <a:buNone/>
              <a:defRPr/>
            </a:lvl3pPr>
            <a:lvl4pPr>
              <a:buFont typeface="Arial" pitchFamily="34" charset="0"/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&lt;title/&gt;</a:t>
            </a:r>
          </a:p>
        </p:txBody>
      </p:sp>
      <p:sp>
        <p:nvSpPr>
          <p:cNvPr id="4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606056" y="1938198"/>
            <a:ext cx="6060558" cy="4318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pic>
        <p:nvPicPr>
          <p:cNvPr id="6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2192A18-01DE-45C1-AF8C-396624503220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84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skProjectDefin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 rot="16200000">
            <a:off x="-2504538" y="2507286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Information | ref.: Customer Document vX.XX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812000" y="0"/>
            <a:ext cx="1332000" cy="133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80000" y="0"/>
            <a:ext cx="1692000" cy="97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812000" y="1332000"/>
            <a:ext cx="1332000" cy="21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764000" y="972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aseline="0" dirty="0">
                <a:solidFill>
                  <a:schemeClr val="tx1"/>
                </a:solidFill>
                <a:latin typeface="Calibri" panose="020F0502020204030204" pitchFamily="34" charset="0"/>
              </a:rPr>
              <a:t>Generic Report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764000" y="1260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Tasks and project definition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80000" y="972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release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80000" y="1260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…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215800" y="1037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213646" y="1325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80000" y="1548000"/>
            <a:ext cx="7632000" cy="316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en-US" sz="14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624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624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436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4248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060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436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4248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60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72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872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3060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4248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5436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6624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72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1882419" y="0"/>
            <a:ext cx="470765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Manufacturer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3060000" y="0"/>
            <a:ext cx="30886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Platform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4248000" y="0"/>
            <a:ext cx="48519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Model version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5436000" y="0"/>
            <a:ext cx="162989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SOP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624000" y="4762"/>
            <a:ext cx="33451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Global no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1872000" y="324000"/>
            <a:ext cx="19665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Plant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3060000" y="323999"/>
            <a:ext cx="33932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Hierarchy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4248000" y="323998"/>
            <a:ext cx="528474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Product version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5436000" y="328762"/>
            <a:ext cx="31848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Manager</a:t>
            </a:r>
          </a:p>
        </p:txBody>
      </p:sp>
      <p:sp>
        <p:nvSpPr>
          <p:cNvPr id="43" name="TextBox 42"/>
          <p:cNvSpPr txBox="1"/>
          <p:nvPr userDrawn="1"/>
        </p:nvSpPr>
        <p:spPr>
          <a:xfrm>
            <a:off x="6624000" y="328762"/>
            <a:ext cx="35535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no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872000" y="648150"/>
            <a:ext cx="565343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Number of items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3060000" y="648000"/>
            <a:ext cx="36496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Belongs to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248000" y="647999"/>
            <a:ext cx="50442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version</a:t>
            </a:r>
          </a:p>
        </p:txBody>
      </p:sp>
      <p:sp>
        <p:nvSpPr>
          <p:cNvPr id="47" name="TextBox 46"/>
          <p:cNvSpPr txBox="1"/>
          <p:nvPr userDrawn="1"/>
        </p:nvSpPr>
        <p:spPr>
          <a:xfrm>
            <a:off x="5436000" y="647998"/>
            <a:ext cx="23191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Group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6624000" y="647997"/>
            <a:ext cx="185431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Date</a:t>
            </a:r>
          </a:p>
        </p:txBody>
      </p:sp>
      <p:sp>
        <p:nvSpPr>
          <p:cNvPr id="49" name="Rectangle 48"/>
          <p:cNvSpPr/>
          <p:nvPr userDrawn="1"/>
        </p:nvSpPr>
        <p:spPr>
          <a:xfrm>
            <a:off x="180000" y="4716000"/>
            <a:ext cx="972000" cy="39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Distribution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list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53" name="Straight Connector 52"/>
          <p:cNvCxnSpPr/>
          <p:nvPr userDrawn="1"/>
        </p:nvCxnSpPr>
        <p:spPr>
          <a:xfrm>
            <a:off x="2340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 userDrawn="1"/>
        </p:nvCxnSpPr>
        <p:spPr>
          <a:xfrm>
            <a:off x="3528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9" idx="3"/>
          </p:cNvCxnSpPr>
          <p:nvPr userDrawn="1"/>
        </p:nvCxnSpPr>
        <p:spPr>
          <a:xfrm>
            <a:off x="1152000" y="4914000"/>
            <a:ext cx="745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 userDrawn="1"/>
        </p:nvCxnSpPr>
        <p:spPr>
          <a:xfrm>
            <a:off x="4716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 userDrawn="1"/>
        </p:nvCxnSpPr>
        <p:spPr>
          <a:xfrm>
            <a:off x="5904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 userDrawn="1"/>
        </p:nvCxnSpPr>
        <p:spPr>
          <a:xfrm>
            <a:off x="7092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 userDrawn="1"/>
        </p:nvGrpSpPr>
        <p:grpSpPr>
          <a:xfrm>
            <a:off x="7812000" y="1548000"/>
            <a:ext cx="1332000" cy="576000"/>
            <a:chOff x="7812000" y="1548000"/>
            <a:chExt cx="1332000" cy="576000"/>
          </a:xfrm>
        </p:grpSpPr>
        <p:sp>
          <p:nvSpPr>
            <p:cNvPr id="64" name="Rectangle 63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66" name="Straight Connector 6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 userDrawn="1"/>
          </p:nvSpPr>
          <p:spPr>
            <a:xfrm>
              <a:off x="7812000" y="1563315"/>
              <a:ext cx="2896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Initiator</a:t>
              </a:r>
            </a:p>
          </p:txBody>
        </p:sp>
        <p:cxnSp>
          <p:nvCxnSpPr>
            <p:cNvPr id="69" name="Straight Connector 6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 userDrawn="1"/>
        </p:nvGrpSpPr>
        <p:grpSpPr>
          <a:xfrm>
            <a:off x="7814272" y="2123488"/>
            <a:ext cx="1332000" cy="576000"/>
            <a:chOff x="7812000" y="1548000"/>
            <a:chExt cx="1332000" cy="576000"/>
          </a:xfrm>
        </p:grpSpPr>
        <p:sp>
          <p:nvSpPr>
            <p:cNvPr id="75" name="Rectangle 74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76" name="Straight Connector 7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 userDrawn="1"/>
          </p:nvSpPr>
          <p:spPr>
            <a:xfrm>
              <a:off x="7812000" y="1563315"/>
              <a:ext cx="542900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Design manager</a:t>
              </a:r>
            </a:p>
          </p:txBody>
        </p:sp>
        <p:cxnSp>
          <p:nvCxnSpPr>
            <p:cNvPr id="78" name="Straight Connector 77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 userDrawn="1"/>
        </p:nvGrpSpPr>
        <p:grpSpPr>
          <a:xfrm>
            <a:off x="7811509" y="2699488"/>
            <a:ext cx="1332000" cy="576000"/>
            <a:chOff x="7812000" y="1548000"/>
            <a:chExt cx="1332000" cy="576000"/>
          </a:xfrm>
        </p:grpSpPr>
        <p:sp>
          <p:nvSpPr>
            <p:cNvPr id="82" name="Rectangle 81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3" name="Straight Connector 82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 userDrawn="1"/>
          </p:nvSpPr>
          <p:spPr>
            <a:xfrm>
              <a:off x="7812000" y="1563315"/>
              <a:ext cx="861899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Technical project manager</a:t>
              </a:r>
            </a:p>
          </p:txBody>
        </p:sp>
        <p:cxnSp>
          <p:nvCxnSpPr>
            <p:cNvPr id="85" name="Straight Connector 84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 userDrawn="1"/>
        </p:nvGrpSpPr>
        <p:grpSpPr>
          <a:xfrm>
            <a:off x="7815733" y="3278409"/>
            <a:ext cx="1332000" cy="576000"/>
            <a:chOff x="7812000" y="1548000"/>
            <a:chExt cx="1332000" cy="576000"/>
          </a:xfrm>
        </p:grpSpPr>
        <p:sp>
          <p:nvSpPr>
            <p:cNvPr id="89" name="Rectangle 88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0" name="Straight Connector 89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 userDrawn="1"/>
          </p:nvSpPr>
          <p:spPr>
            <a:xfrm>
              <a:off x="7812000" y="1563315"/>
              <a:ext cx="651905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Calculation done by</a:t>
              </a:r>
            </a:p>
          </p:txBody>
        </p:sp>
        <p:cxnSp>
          <p:nvCxnSpPr>
            <p:cNvPr id="92" name="Straight Connector 91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 userDrawn="1"/>
        </p:nvGrpSpPr>
        <p:grpSpPr>
          <a:xfrm>
            <a:off x="7814272" y="3855663"/>
            <a:ext cx="1332000" cy="576000"/>
            <a:chOff x="7812000" y="1548000"/>
            <a:chExt cx="1332000" cy="576000"/>
          </a:xfrm>
        </p:grpSpPr>
        <p:sp>
          <p:nvSpPr>
            <p:cNvPr id="96" name="Rectangle 95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7" name="Straight Connector 96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 userDrawn="1"/>
          </p:nvSpPr>
          <p:spPr>
            <a:xfrm>
              <a:off x="7812000" y="1563315"/>
              <a:ext cx="6631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Simulation manager</a:t>
              </a:r>
            </a:p>
          </p:txBody>
        </p:sp>
        <p:cxnSp>
          <p:nvCxnSpPr>
            <p:cNvPr id="99" name="Straight Connector 9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72000" y="14014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manu</a:t>
            </a:r>
            <a:r>
              <a:rPr lang="en-US" dirty="0"/>
              <a:t>/&gt;</a:t>
            </a:r>
          </a:p>
        </p:txBody>
      </p:sp>
      <p:sp>
        <p:nvSpPr>
          <p:cNvPr id="107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0" y="14399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&lt;plat/&gt;</a:t>
            </a:r>
          </a:p>
        </p:txBody>
      </p:sp>
      <p:sp>
        <p:nvSpPr>
          <p:cNvPr id="108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3069223" y="472599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&lt;hierarchy/&gt;</a:t>
            </a:r>
          </a:p>
        </p:txBody>
      </p:sp>
      <p:sp>
        <p:nvSpPr>
          <p:cNvPr id="109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48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proj_ver</a:t>
            </a:r>
            <a:r>
              <a:rPr lang="en-US" dirty="0"/>
              <a:t>/&gt;</a:t>
            </a:r>
          </a:p>
        </p:txBody>
      </p:sp>
      <p:sp>
        <p:nvSpPr>
          <p:cNvPr id="110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48000" y="4728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prod_ver</a:t>
            </a:r>
            <a:r>
              <a:rPr lang="en-US" dirty="0"/>
              <a:t>/&gt;</a:t>
            </a:r>
          </a:p>
        </p:txBody>
      </p:sp>
      <p:sp>
        <p:nvSpPr>
          <p:cNvPr id="1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436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&lt;group/&gt;</a:t>
            </a:r>
          </a:p>
        </p:txBody>
      </p:sp>
      <p:sp>
        <p:nvSpPr>
          <p:cNvPr id="11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626272" y="78988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&lt;date</a:t>
            </a:r>
            <a:r>
              <a:rPr lang="en-DE"/>
              <a:t>:today</a:t>
            </a:r>
            <a:r>
              <a:rPr lang="en-US" dirty="0"/>
              <a:t>/&gt;</a:t>
            </a:r>
          </a:p>
        </p:txBody>
      </p:sp>
      <p:sp>
        <p:nvSpPr>
          <p:cNvPr id="113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436000" y="46799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&lt;manager/&gt;</a:t>
            </a:r>
          </a:p>
        </p:txBody>
      </p:sp>
      <p:sp>
        <p:nvSpPr>
          <p:cNvPr id="114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623509" y="468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proj_no</a:t>
            </a:r>
            <a:r>
              <a:rPr lang="en-US" dirty="0"/>
              <a:t>/&gt;</a:t>
            </a:r>
          </a:p>
        </p:txBody>
      </p:sp>
      <p:sp>
        <p:nvSpPr>
          <p:cNvPr id="115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6623509" y="14400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glob_no</a:t>
            </a:r>
            <a:r>
              <a:rPr lang="en-US" dirty="0"/>
              <a:t>/&gt;</a:t>
            </a:r>
          </a:p>
        </p:txBody>
      </p:sp>
      <p:sp>
        <p:nvSpPr>
          <p:cNvPr id="116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36000" y="14674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&lt;sop/&gt;</a:t>
            </a:r>
          </a:p>
        </p:txBody>
      </p:sp>
      <p:sp>
        <p:nvSpPr>
          <p:cNvPr id="117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4248000" y="141904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mod_ver</a:t>
            </a:r>
            <a:r>
              <a:rPr lang="en-US" dirty="0"/>
              <a:t>/&gt;</a:t>
            </a:r>
          </a:p>
        </p:txBody>
      </p:sp>
      <p:sp>
        <p:nvSpPr>
          <p:cNvPr id="118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872000" y="79445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&lt;items/&gt;</a:t>
            </a:r>
          </a:p>
        </p:txBody>
      </p:sp>
      <p:sp>
        <p:nvSpPr>
          <p:cNvPr id="119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3060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&lt;belongs/&gt;</a:t>
            </a:r>
          </a:p>
        </p:txBody>
      </p:sp>
      <p:sp>
        <p:nvSpPr>
          <p:cNvPr id="120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872000" y="47647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21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7887733" y="135435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report_no</a:t>
            </a:r>
            <a:r>
              <a:rPr lang="en-US" dirty="0"/>
              <a:t>/&gt;</a:t>
            </a:r>
          </a:p>
        </p:txBody>
      </p:sp>
      <p:sp>
        <p:nvSpPr>
          <p:cNvPr id="122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849389" y="174320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&lt;name:surname1/&gt;</a:t>
            </a:r>
          </a:p>
        </p:txBody>
      </p:sp>
      <p:sp>
        <p:nvSpPr>
          <p:cNvPr id="1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7846162" y="2321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&lt;name:surname2/&gt;</a:t>
            </a:r>
          </a:p>
        </p:txBody>
      </p:sp>
      <p:sp>
        <p:nvSpPr>
          <p:cNvPr id="1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846120" y="2897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&lt;name:surname3/&gt;</a:t>
            </a:r>
          </a:p>
        </p:txBody>
      </p:sp>
      <p:sp>
        <p:nvSpPr>
          <p:cNvPr id="1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7846162" y="34695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&lt;name:surname4/&gt;</a:t>
            </a:r>
          </a:p>
        </p:txBody>
      </p:sp>
      <p:sp>
        <p:nvSpPr>
          <p:cNvPr id="126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846162" y="4053663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&lt;name:surname5/&gt;</a:t>
            </a:r>
          </a:p>
        </p:txBody>
      </p:sp>
      <p:sp>
        <p:nvSpPr>
          <p:cNvPr id="51" name="Picture Placeholder 50"/>
          <p:cNvSpPr>
            <a:spLocks noGrp="1"/>
          </p:cNvSpPr>
          <p:nvPr>
            <p:ph type="pic" sz="quarter" idx="31" hasCustomPrompt="1"/>
          </p:nvPr>
        </p:nvSpPr>
        <p:spPr>
          <a:xfrm>
            <a:off x="7866000" y="54000"/>
            <a:ext cx="1224000" cy="1224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image:model_icon</a:t>
            </a:r>
            <a:r>
              <a:rPr lang="en-DE" dirty="0"/>
              <a:t> shape/&gt;</a:t>
            </a:r>
            <a:endParaRPr lang="en-US" dirty="0"/>
          </a:p>
        </p:txBody>
      </p:sp>
      <p:sp>
        <p:nvSpPr>
          <p:cNvPr id="127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846162" y="1988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&lt;Dep:phone1/&gt;</a:t>
            </a:r>
          </a:p>
        </p:txBody>
      </p:sp>
      <p:sp>
        <p:nvSpPr>
          <p:cNvPr id="128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52986" y="2564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&lt;Dep:phone2/&gt;</a:t>
            </a:r>
          </a:p>
        </p:txBody>
      </p:sp>
      <p:sp>
        <p:nvSpPr>
          <p:cNvPr id="129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7852986" y="3132000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&lt;Dep:phone3/&gt;</a:t>
            </a:r>
          </a:p>
        </p:txBody>
      </p:sp>
      <p:sp>
        <p:nvSpPr>
          <p:cNvPr id="130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846162" y="371438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&lt;Dep:phone4/&gt;</a:t>
            </a:r>
          </a:p>
        </p:txBody>
      </p:sp>
      <p:sp>
        <p:nvSpPr>
          <p:cNvPr id="131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846162" y="428481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&lt;Dep:phone5/&gt;</a:t>
            </a:r>
          </a:p>
        </p:txBody>
      </p:sp>
      <p:pic>
        <p:nvPicPr>
          <p:cNvPr id="13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65" y="61722"/>
            <a:ext cx="581669" cy="91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219419" y="1050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&lt;rf1/&gt;</a:t>
            </a:r>
          </a:p>
        </p:txBody>
      </p:sp>
      <p:sp>
        <p:nvSpPr>
          <p:cNvPr id="134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217609" y="1338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&lt;rf2/&gt;</a:t>
            </a:r>
          </a:p>
        </p:txBody>
      </p:sp>
      <p:sp>
        <p:nvSpPr>
          <p:cNvPr id="135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213646" y="1548000"/>
            <a:ext cx="7597863" cy="317285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6" name="Espace réservé du numéro de diapositive 5">
            <a:extLst>
              <a:ext uri="{FF2B5EF4-FFF2-40B4-BE49-F238E27FC236}">
                <a16:creationId xmlns:a16="http://schemas.microsoft.com/office/drawing/2014/main" id="{F359E405-238F-40D1-A172-5F3381B820A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46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923026"/>
            <a:ext cx="8280000" cy="363172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 baseline="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8B1A86ED-4A5A-47D1-B4EE-A2D8022AED6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2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:\Program Files (x86)\Microsoft Office\MEDIA\CAGCAT10\j025234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22" y="4741749"/>
            <a:ext cx="539032" cy="32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540000" y="817102"/>
            <a:ext cx="1230277" cy="227272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Material data</a:t>
            </a:r>
          </a:p>
        </p:txBody>
      </p:sp>
      <p:pic>
        <p:nvPicPr>
          <p:cNvPr id="2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65760" y="1112808"/>
            <a:ext cx="3233883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5" name="Content Placeholder 53"/>
          <p:cNvSpPr>
            <a:spLocks noGrp="1"/>
          </p:cNvSpPr>
          <p:nvPr>
            <p:ph sz="quarter" idx="33" hasCustomPrompt="1"/>
          </p:nvPr>
        </p:nvSpPr>
        <p:spPr>
          <a:xfrm>
            <a:off x="3881887" y="1112808"/>
            <a:ext cx="5041651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marker:table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7533436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DE73F525-6232-433B-A18F-17A4A235F166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8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Two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pic>
        <p:nvPicPr>
          <p:cNvPr id="2050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4510934" y="1112808"/>
            <a:ext cx="4309066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marker:right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8" name="Content Placeholder 53"/>
          <p:cNvSpPr>
            <a:spLocks noGrp="1"/>
          </p:cNvSpPr>
          <p:nvPr>
            <p:ph sz="quarter" idx="34" hasCustomPrompt="1"/>
          </p:nvPr>
        </p:nvSpPr>
        <p:spPr>
          <a:xfrm>
            <a:off x="540000" y="1118561"/>
            <a:ext cx="3893977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marker:left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AE2CD84-E37D-4A77-BF91-C82D1A804AFF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1104182"/>
            <a:ext cx="8280000" cy="34505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21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Ani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6BD49A9-C5B0-4BE4-AA22-968C6077A6E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470035" y="1131182"/>
            <a:ext cx="4141788" cy="3478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879152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video:general</a:t>
            </a:r>
            <a:r>
              <a:rPr lang="en-US" dirty="0"/>
              <a:t>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9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/>
          <p:cNvSpPr/>
          <p:nvPr userDrawn="1"/>
        </p:nvSpPr>
        <p:spPr>
          <a:xfrm rot="7936968">
            <a:off x="4218317" y="3286664"/>
            <a:ext cx="802257" cy="783584"/>
          </a:xfrm>
          <a:prstGeom prst="teardrop">
            <a:avLst/>
          </a:prstGeom>
          <a:gradFill>
            <a:gsLst>
              <a:gs pos="24000">
                <a:schemeClr val="bg2"/>
              </a:gs>
              <a:gs pos="100000">
                <a:srgbClr val="FFFF00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Program Files (x86)\Microsoft Office\MEDIA\CAGCAT10\j021221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674" y="1651004"/>
            <a:ext cx="174650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404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g: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220778"/>
            <a:ext cx="4913296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color config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Config:Colors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color usage is yet not implemented but colors are read by scriptum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DO NOT USE THEME COLORS HERE!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19129908"/>
              </p:ext>
            </p:extLst>
          </p:nvPr>
        </p:nvGraphicFramePr>
        <p:xfrm>
          <a:off x="701341" y="1078921"/>
          <a:ext cx="802540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712">
                  <a:extLst>
                    <a:ext uri="{9D8B030D-6E8A-4147-A177-3AD203B41FA5}">
                      <a16:colId xmlns:a16="http://schemas.microsoft.com/office/drawing/2014/main" val="3090768325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137316240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7357449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50426279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3250160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47699814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99225586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85257775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1280069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darkblue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amazon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green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red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yellow</a:t>
                      </a:r>
                      <a:endParaRPr lang="de-DE" sz="10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black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9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blue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darkgrey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cyan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3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darkturquoise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D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30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azure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6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celeste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8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8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1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lightgrey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3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4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Nearwhite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2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4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Defaul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48" y="77953"/>
            <a:ext cx="6609273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default template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Template:Defaults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”, used to extract only fonts, sizes etc.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Each shape may contain only one tag!</a:t>
            </a:r>
          </a:p>
          <a:p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string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'The quick brown fox jumps over the lazy dog’ 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will be removed automatically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7750" y="913432"/>
            <a:ext cx="7513607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:heading</a:t>
            </a:r>
            <a:r>
              <a:rPr kumimoji="0" lang="en-DE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67751" y="1535298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p:caption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767751" y="1248717"/>
            <a:ext cx="7513607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p:default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67750" y="1785627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p:footnote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767749" y="2776573"/>
            <a:ext cx="699385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size:tiny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753067" y="2769907"/>
            <a:ext cx="1029205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size:small</a:t>
            </a:r>
            <a:r>
              <a:rPr kumimoji="0" lang="en-DE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2529304" y="2737632"/>
            <a:ext cx="1601639" cy="304216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size:normalsize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947039" y="2745422"/>
            <a:ext cx="1863273" cy="396549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size:large</a:t>
            </a:r>
            <a:r>
              <a:rPr kumimoji="0" lang="en-DE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477428" y="2825822"/>
            <a:ext cx="2711228" cy="519660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size:huge</a:t>
            </a:r>
            <a:r>
              <a:rPr kumimoji="0" lang="en-DE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7748" y="1994254"/>
            <a:ext cx="4514612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p:code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67751" y="3518406"/>
            <a:ext cx="6961520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&lt;p</a:t>
            </a:r>
            <a:r>
              <a:rPr lang="en-US" sz="1400" b="0" i="1" u="sng" kern="120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: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custom1</a:t>
            </a:r>
            <a:r>
              <a:rPr lang="en-DE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/&gt;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 </a:t>
            </a:r>
            <a:r>
              <a:rPr lang="en-US" sz="1400" b="0" i="1" u="sng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anose="030F0702030302020204" pitchFamily="66" charset="0"/>
              <a:ea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67751" y="3303771"/>
            <a:ext cx="399958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Special effects currently unsupported (shadow, outline…):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7F-95B6-4454-BABF-068D2F471096}"/>
              </a:ext>
            </a:extLst>
          </p:cNvPr>
          <p:cNvSpPr txBox="1"/>
          <p:nvPr userDrawn="1"/>
        </p:nvSpPr>
        <p:spPr>
          <a:xfrm>
            <a:off x="767748" y="2565038"/>
            <a:ext cx="204071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Sizing yet not implemented:</a:t>
            </a:r>
          </a:p>
        </p:txBody>
      </p:sp>
    </p:spTree>
    <p:extLst>
      <p:ext uri="{BB962C8B-B14F-4D97-AF65-F5344CB8AC3E}">
        <p14:creationId xmlns:p14="http://schemas.microsoft.com/office/powerpoint/2010/main" val="1950000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ab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5998019"/>
              </p:ext>
            </p:extLst>
          </p:nvPr>
        </p:nvGraphicFramePr>
        <p:xfrm>
          <a:off x="833879" y="2008664"/>
          <a:ext cx="784963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US" sz="1000" dirty="0" err="1">
                          <a:latin typeface="Calibri" panose="020F0502020204030204" pitchFamily="34" charset="0"/>
                        </a:rPr>
                        <a:t>table:default</a:t>
                      </a:r>
                      <a:r>
                        <a:rPr lang="en-DE" sz="1000" dirty="0">
                          <a:latin typeface="Calibri" panose="020F0502020204030204" pitchFamily="34" charset="0"/>
                        </a:rPr>
                        <a:t>/&gt;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940912"/>
              </p:ext>
            </p:extLst>
          </p:nvPr>
        </p:nvGraphicFramePr>
        <p:xfrm>
          <a:off x="833879" y="2870282"/>
          <a:ext cx="7849632" cy="304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&lt;</a:t>
                      </a:r>
                      <a:r>
                        <a:rPr lang="en-US" sz="1000" dirty="0" err="1"/>
                        <a:t>table:blue</a:t>
                      </a:r>
                      <a:r>
                        <a:rPr lang="en-US" sz="1000" dirty="0"/>
                        <a:t>/&gt;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b="1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 userDrawn="1"/>
        </p:nvSpPr>
        <p:spPr>
          <a:xfrm>
            <a:off x="767751" y="51502"/>
            <a:ext cx="7694506" cy="1442989"/>
          </a:xfrm>
          <a:prstGeom prst="rect">
            <a:avLst/>
          </a:prstGeom>
        </p:spPr>
        <p:txBody>
          <a:bodyPr wrap="non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table config slide, only the tables are saved as templates, you cannot group a table with something else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which is a permanent PowerPoint limitation!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Table design is subject to heavy change 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width is defined by the free space – or by the width below if it fits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the table has a pre-defined design (from Table Design) no other colors are possible – PPT way of working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you want to have a new design, you must clear the table before painting a 3x3/4x4 table, without Theme Colors!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For now we cannot handle borders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Margins are respected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028098"/>
              </p:ext>
            </p:extLst>
          </p:nvPr>
        </p:nvGraphicFramePr>
        <p:xfrm>
          <a:off x="844113" y="3603673"/>
          <a:ext cx="3939831" cy="731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13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1315485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noProof="0">
                          <a:latin typeface="Bradley Hand ITC" panose="03070402050302030203" pitchFamily="66" charset="0"/>
                        </a:rPr>
                        <a:t>&lt;table:small/&gt;</a:t>
                      </a:r>
                      <a:endParaRPr lang="en-US" sz="1000" b="1" noProof="0">
                        <a:solidFill>
                          <a:schemeClr val="tx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8066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C5E411-86B4-41AC-B09A-54062DAFDE33}"/>
              </a:ext>
            </a:extLst>
          </p:cNvPr>
          <p:cNvSpPr txBox="1"/>
          <p:nvPr userDrawn="1"/>
        </p:nvSpPr>
        <p:spPr>
          <a:xfrm>
            <a:off x="844113" y="1797538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&lt;table:default:description/&gt;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0A7029-310A-4906-8DEE-4D820DC13DCE}"/>
              </a:ext>
            </a:extLst>
          </p:cNvPr>
          <p:cNvCxnSpPr>
            <a:cxnSpLocks/>
            <a:stCxn id="10" idx="1"/>
            <a:endCxn id="6" idx="3"/>
          </p:cNvCxnSpPr>
          <p:nvPr userDrawn="1"/>
        </p:nvCxnSpPr>
        <p:spPr>
          <a:xfrm flipH="1">
            <a:off x="3224243" y="1845008"/>
            <a:ext cx="2456491" cy="7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D97F42-DE65-4166-847F-4F868C04402A}"/>
              </a:ext>
            </a:extLst>
          </p:cNvPr>
          <p:cNvSpPr txBox="1"/>
          <p:nvPr userDrawn="1"/>
        </p:nvSpPr>
        <p:spPr>
          <a:xfrm>
            <a:off x="5680734" y="1662122"/>
            <a:ext cx="3183656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test with a text box as header/description for tables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 must match table:name: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19F1B-AF5E-4727-9C9D-9A76726614D4}"/>
              </a:ext>
            </a:extLst>
          </p:cNvPr>
          <p:cNvSpPr txBox="1"/>
          <p:nvPr userDrawn="1"/>
        </p:nvSpPr>
        <p:spPr>
          <a:xfrm>
            <a:off x="845211" y="2647253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&lt;table:blue:description/&gt;</a:t>
            </a:r>
          </a:p>
        </p:txBody>
      </p:sp>
    </p:spTree>
    <p:extLst>
      <p:ext uri="{BB962C8B-B14F-4D97-AF65-F5344CB8AC3E}">
        <p14:creationId xmlns:p14="http://schemas.microsoft.com/office/powerpoint/2010/main" val="199973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097462" y="836572"/>
            <a:ext cx="2880000" cy="3130355"/>
            <a:chOff x="5097462" y="836572"/>
            <a:chExt cx="2880000" cy="3130355"/>
          </a:xfrm>
        </p:grpSpPr>
        <p:sp>
          <p:nvSpPr>
            <p:cNvPr id="12" name="TextBox 11"/>
            <p:cNvSpPr txBox="1"/>
            <p:nvPr userDrawn="1"/>
          </p:nvSpPr>
          <p:spPr>
            <a:xfrm>
              <a:off x="5097462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image:history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097462" y="1086927"/>
              <a:ext cx="2880000" cy="288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image:history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837660" y="836572"/>
            <a:ext cx="3471169" cy="3496033"/>
            <a:chOff x="837660" y="836572"/>
            <a:chExt cx="3471169" cy="3496033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37660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image:generic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837660" y="1110010"/>
              <a:ext cx="3471169" cy="3222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837660" y="4423158"/>
            <a:ext cx="2702755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Please group shapes in case of extra captions etc.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Effects like shadows are yet not supported/copied</a:t>
            </a:r>
          </a:p>
        </p:txBody>
      </p:sp>
    </p:spTree>
    <p:extLst>
      <p:ext uri="{BB962C8B-B14F-4D97-AF65-F5344CB8AC3E}">
        <p14:creationId xmlns:p14="http://schemas.microsoft.com/office/powerpoint/2010/main" val="3497556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37660" y="1110010"/>
            <a:ext cx="3471169" cy="32225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&lt;</a:t>
            </a:r>
            <a:r>
              <a:rPr lang="de-DE" dirty="0" err="1">
                <a:solidFill>
                  <a:srgbClr val="FF0000"/>
                </a:solidFill>
              </a:rPr>
              <a:t>image:simple</a:t>
            </a:r>
            <a:r>
              <a:rPr lang="de-DE" dirty="0">
                <a:solidFill>
                  <a:srgbClr val="FF0000"/>
                </a:solidFill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89554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Animat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video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67751" y="828874"/>
            <a:ext cx="3689986" cy="3519310"/>
            <a:chOff x="767751" y="828874"/>
            <a:chExt cx="3689986" cy="351931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7751" y="828874"/>
              <a:ext cx="360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 &lt;</a:t>
              </a:r>
              <a:r>
                <a:rPr kumimoji="0" lang="de-DE" sz="1200" b="1" i="1" u="none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video:generic</a:t>
              </a:r>
              <a:r>
                <a:rPr kumimoji="0" lang="de-DE" sz="1200" b="1" i="1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857737" y="1108184"/>
              <a:ext cx="3600000" cy="324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video:generic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578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ext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136140"/>
            <a:ext cx="4390717" cy="76588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text block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 limitation – newlines in the strings will break the search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949911" y="1375723"/>
            <a:ext cx="2016955" cy="950547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 text block 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text:test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 Including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lines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Here it ends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2442C-3B14-4CC9-BFFE-493CB45EEE32}"/>
              </a:ext>
            </a:extLst>
          </p:cNvPr>
          <p:cNvSpPr txBox="1"/>
          <p:nvPr userDrawn="1"/>
        </p:nvSpPr>
        <p:spPr>
          <a:xfrm>
            <a:off x="4340290" y="2571750"/>
            <a:ext cx="1926900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 general text may look like this 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text:insert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31A2-F374-4096-8890-68AF23DCBAF3}"/>
              </a:ext>
            </a:extLst>
          </p:cNvPr>
          <p:cNvSpPr txBox="1"/>
          <p:nvPr userDrawn="1"/>
        </p:nvSpPr>
        <p:spPr>
          <a:xfrm>
            <a:off x="4336168" y="1732609"/>
            <a:ext cx="1795908" cy="396549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Some further info 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text:insert:info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B9F7E-BCA4-4295-981A-B6ED213A3519}"/>
              </a:ext>
            </a:extLst>
          </p:cNvPr>
          <p:cNvSpPr txBox="1"/>
          <p:nvPr userDrawn="1"/>
        </p:nvSpPr>
        <p:spPr>
          <a:xfrm>
            <a:off x="4381228" y="2167568"/>
            <a:ext cx="1795908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And even more &lt;</a:t>
            </a:r>
            <a:r>
              <a:rPr kumimoji="0" lang="en-US" sz="9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text:insert:more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231599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cumentation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9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Customer Document vX.XX</a:t>
            </a:r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1" r:id="rId2"/>
    <p:sldLayoutId id="2147483862" r:id="rId3"/>
    <p:sldLayoutId id="2147483870" r:id="rId4"/>
    <p:sldLayoutId id="2147483867" r:id="rId5"/>
    <p:sldLayoutId id="2147483874" r:id="rId6"/>
    <p:sldLayoutId id="2147483871" r:id="rId7"/>
    <p:sldLayoutId id="2147483872" r:id="rId8"/>
    <p:sldLayoutId id="2147483873" r:id="rId9"/>
    <p:sldLayoutId id="2147483893" r:id="rId10"/>
    <p:sldLayoutId id="2147483869" r:id="rId11"/>
    <p:sldLayoutId id="2147483877" r:id="rId12"/>
    <p:sldLayoutId id="2147483892" r:id="rId13"/>
    <p:sldLayoutId id="2147483876" r:id="rId14"/>
    <p:sldLayoutId id="2147483879" r:id="rId15"/>
    <p:sldLayoutId id="2147483891" r:id="rId16"/>
    <p:sldLayoutId id="2147483890" r:id="rId17"/>
    <p:sldLayoutId id="2147483889" r:id="rId18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3ds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3ds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3ds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3ds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3ds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3ds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Documentation: template usage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layout and all the following layouts named “Documentation*” are used to document this template and are ignored for further creation</a:t>
            </a:r>
          </a:p>
          <a:p>
            <a:pPr lvl="0"/>
            <a:r>
              <a:rPr lang="en-US" dirty="0"/>
              <a:t>They will be deleted (if possible in the future)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381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227" y="1812918"/>
            <a:ext cx="6728604" cy="1627655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This presentation is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automatically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–</a:t>
            </a: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created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using Python and a generic template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noProof="0" dirty="0">
                <a:latin typeface="Calibri" panose="020F0502020204030204" pitchFamily="34" charset="0"/>
                <a:cs typeface="Arial" pitchFamily="34" charset="0"/>
              </a:rPr>
              <a:t>Once you opened and checked the result you can 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i="1" dirty="0">
                <a:latin typeface="Calibri" panose="020F0502020204030204" pitchFamily="34" charset="0"/>
                <a:cs typeface="Arial" pitchFamily="34" charset="0"/>
              </a:rPr>
              <a:t>delete this </a:t>
            </a:r>
            <a:r>
              <a:rPr kumimoji="0" lang="en-US" sz="20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slide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if this is not done already</a:t>
            </a:r>
          </a:p>
        </p:txBody>
      </p:sp>
    </p:spTree>
    <p:extLst>
      <p:ext uri="{BB962C8B-B14F-4D97-AF65-F5344CB8AC3E}">
        <p14:creationId xmlns:p14="http://schemas.microsoft.com/office/powerpoint/2010/main" val="3067455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3DS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3DS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3DS_PPTX_Corp + Brand_Template_06_2015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Docum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32</Words>
  <Application>Microsoft Office PowerPoint</Application>
  <PresentationFormat>On-screen Show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Aharoni</vt:lpstr>
      <vt:lpstr>Arial</vt:lpstr>
      <vt:lpstr>Arial Narrow</vt:lpstr>
      <vt:lpstr>Bahnschrift</vt:lpstr>
      <vt:lpstr>Bradley Hand ITC</vt:lpstr>
      <vt:lpstr>Calibri</vt:lpstr>
      <vt:lpstr>Calibri Light</vt:lpstr>
      <vt:lpstr>Comic Sans MS</vt:lpstr>
      <vt:lpstr>Consolas</vt:lpstr>
      <vt:lpstr>Wingdings 3</vt:lpstr>
      <vt:lpstr>Customer</vt:lpstr>
      <vt:lpstr>Documentation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215</cp:revision>
  <cp:lastPrinted>2013-06-27T08:50:33Z</cp:lastPrinted>
  <dcterms:created xsi:type="dcterms:W3CDTF">2019-04-16T13:11:35Z</dcterms:created>
  <dcterms:modified xsi:type="dcterms:W3CDTF">2025-11-26T15:31:06Z</dcterms:modified>
</cp:coreProperties>
</file>